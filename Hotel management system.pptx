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65" r:id="rId6"/>
    <p:sldId id="259" r:id="rId7"/>
    <p:sldId id="263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6D8F01-179D-4948-8013-474D8E2190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B38FA813-B34C-4210-9B12-6E9714C72AEC}">
      <dgm:prSet/>
      <dgm:spPr/>
      <dgm:t>
        <a:bodyPr/>
        <a:lstStyle/>
        <a:p>
          <a:pPr>
            <a:defRPr cap="all"/>
          </a:pPr>
          <a:r>
            <a:rPr lang="en-US"/>
            <a:t>Customer Module</a:t>
          </a:r>
        </a:p>
      </dgm:t>
    </dgm:pt>
    <dgm:pt modelId="{1ACD3564-5796-4BAC-BCCA-CB8F45A174E5}" type="parTrans" cxnId="{BC87ECA1-CD1C-4B4D-A439-9FB122029B99}">
      <dgm:prSet/>
      <dgm:spPr/>
      <dgm:t>
        <a:bodyPr/>
        <a:lstStyle/>
        <a:p>
          <a:endParaRPr lang="en-US"/>
        </a:p>
      </dgm:t>
    </dgm:pt>
    <dgm:pt modelId="{79D8691B-88A8-49E8-8C7E-FD4470D6F127}" type="sibTrans" cxnId="{BC87ECA1-CD1C-4B4D-A439-9FB122029B99}">
      <dgm:prSet/>
      <dgm:spPr/>
      <dgm:t>
        <a:bodyPr/>
        <a:lstStyle/>
        <a:p>
          <a:endParaRPr lang="en-US"/>
        </a:p>
      </dgm:t>
    </dgm:pt>
    <dgm:pt modelId="{A7DF1001-46D9-475A-9FC2-CD81820867FF}">
      <dgm:prSet/>
      <dgm:spPr/>
      <dgm:t>
        <a:bodyPr/>
        <a:lstStyle/>
        <a:p>
          <a:pPr>
            <a:defRPr cap="all"/>
          </a:pPr>
          <a:r>
            <a:rPr lang="en-US"/>
            <a:t>Rooms Module</a:t>
          </a:r>
        </a:p>
      </dgm:t>
    </dgm:pt>
    <dgm:pt modelId="{60BCDEBB-EAE5-4C20-8058-5BB6D7EF3012}" type="parTrans" cxnId="{4E773DCD-CB52-4710-94F3-2F13424ABC06}">
      <dgm:prSet/>
      <dgm:spPr/>
      <dgm:t>
        <a:bodyPr/>
        <a:lstStyle/>
        <a:p>
          <a:endParaRPr lang="en-US"/>
        </a:p>
      </dgm:t>
    </dgm:pt>
    <dgm:pt modelId="{568FDBDC-13D4-4FAD-9556-325FA053083F}" type="sibTrans" cxnId="{4E773DCD-CB52-4710-94F3-2F13424ABC06}">
      <dgm:prSet/>
      <dgm:spPr/>
      <dgm:t>
        <a:bodyPr/>
        <a:lstStyle/>
        <a:p>
          <a:endParaRPr lang="en-US"/>
        </a:p>
      </dgm:t>
    </dgm:pt>
    <dgm:pt modelId="{A58BF20F-F4CC-49B9-A776-B8EF1A29F61A}">
      <dgm:prSet/>
      <dgm:spPr/>
      <dgm:t>
        <a:bodyPr/>
        <a:lstStyle/>
        <a:p>
          <a:pPr>
            <a:defRPr cap="all"/>
          </a:pPr>
          <a:r>
            <a:rPr lang="en-US"/>
            <a:t>Inventory Module</a:t>
          </a:r>
        </a:p>
      </dgm:t>
    </dgm:pt>
    <dgm:pt modelId="{51ECA217-8B60-4BFD-A4D0-E4A2B39712C9}" type="parTrans" cxnId="{BA292497-B464-4FB6-88AC-AF3A1C312847}">
      <dgm:prSet/>
      <dgm:spPr/>
      <dgm:t>
        <a:bodyPr/>
        <a:lstStyle/>
        <a:p>
          <a:endParaRPr lang="en-US"/>
        </a:p>
      </dgm:t>
    </dgm:pt>
    <dgm:pt modelId="{BAF1AFAE-4613-4558-88E3-3C579879464D}" type="sibTrans" cxnId="{BA292497-B464-4FB6-88AC-AF3A1C312847}">
      <dgm:prSet/>
      <dgm:spPr/>
      <dgm:t>
        <a:bodyPr/>
        <a:lstStyle/>
        <a:p>
          <a:endParaRPr lang="en-US"/>
        </a:p>
      </dgm:t>
    </dgm:pt>
    <dgm:pt modelId="{1BEB0420-9E38-4D36-B3CC-827A03F3680F}">
      <dgm:prSet/>
      <dgm:spPr/>
      <dgm:t>
        <a:bodyPr/>
        <a:lstStyle/>
        <a:p>
          <a:pPr>
            <a:defRPr cap="all"/>
          </a:pPr>
          <a:r>
            <a:rPr lang="en-US"/>
            <a:t>Notification Module</a:t>
          </a:r>
        </a:p>
      </dgm:t>
    </dgm:pt>
    <dgm:pt modelId="{A0EA798A-E034-46AC-BE63-D59D00167499}" type="parTrans" cxnId="{448C764D-31E4-40BD-9319-5C8F2AB886B6}">
      <dgm:prSet/>
      <dgm:spPr/>
      <dgm:t>
        <a:bodyPr/>
        <a:lstStyle/>
        <a:p>
          <a:endParaRPr lang="en-US"/>
        </a:p>
      </dgm:t>
    </dgm:pt>
    <dgm:pt modelId="{713A1AFA-DBF4-44AF-959C-0090957E6F0D}" type="sibTrans" cxnId="{448C764D-31E4-40BD-9319-5C8F2AB886B6}">
      <dgm:prSet/>
      <dgm:spPr/>
      <dgm:t>
        <a:bodyPr/>
        <a:lstStyle/>
        <a:p>
          <a:endParaRPr lang="en-US"/>
        </a:p>
      </dgm:t>
    </dgm:pt>
    <dgm:pt modelId="{36C7070E-A284-481E-881E-74A42A32CF0D}">
      <dgm:prSet/>
      <dgm:spPr/>
      <dgm:t>
        <a:bodyPr/>
        <a:lstStyle/>
        <a:p>
          <a:pPr>
            <a:defRPr cap="all"/>
          </a:pPr>
          <a:r>
            <a:rPr lang="en-US"/>
            <a:t>Billing Module</a:t>
          </a:r>
        </a:p>
      </dgm:t>
    </dgm:pt>
    <dgm:pt modelId="{1E2BE278-217D-4802-A076-8FF0F22371A3}" type="parTrans" cxnId="{F77DD89B-6B73-43F5-A0A6-5D42F4E9BD4D}">
      <dgm:prSet/>
      <dgm:spPr/>
      <dgm:t>
        <a:bodyPr/>
        <a:lstStyle/>
        <a:p>
          <a:endParaRPr lang="en-US"/>
        </a:p>
      </dgm:t>
    </dgm:pt>
    <dgm:pt modelId="{236108C0-EAB0-4388-9292-717680DEDD52}" type="sibTrans" cxnId="{F77DD89B-6B73-43F5-A0A6-5D42F4E9BD4D}">
      <dgm:prSet/>
      <dgm:spPr/>
      <dgm:t>
        <a:bodyPr/>
        <a:lstStyle/>
        <a:p>
          <a:endParaRPr lang="en-US"/>
        </a:p>
      </dgm:t>
    </dgm:pt>
    <dgm:pt modelId="{61183F70-6E95-4EBF-BC4A-28DFF68C6945}" type="pres">
      <dgm:prSet presAssocID="{E26D8F01-179D-4948-8013-474D8E21909D}" presName="root" presStyleCnt="0">
        <dgm:presLayoutVars>
          <dgm:dir/>
          <dgm:resizeHandles val="exact"/>
        </dgm:presLayoutVars>
      </dgm:prSet>
      <dgm:spPr/>
    </dgm:pt>
    <dgm:pt modelId="{A21B673C-6D8D-4BD8-9975-A5C4382C75D3}" type="pres">
      <dgm:prSet presAssocID="{B38FA813-B34C-4210-9B12-6E9714C72AEC}" presName="compNode" presStyleCnt="0"/>
      <dgm:spPr/>
    </dgm:pt>
    <dgm:pt modelId="{4FBABBAE-747B-41DE-BA53-964EDA53646E}" type="pres">
      <dgm:prSet presAssocID="{B38FA813-B34C-4210-9B12-6E9714C72AEC}" presName="iconBgRect" presStyleLbl="bgShp" presStyleIdx="0" presStyleCnt="5"/>
      <dgm:spPr/>
    </dgm:pt>
    <dgm:pt modelId="{2D3EF304-C8F9-4613-B740-B0C697A64474}" type="pres">
      <dgm:prSet presAssocID="{B38FA813-B34C-4210-9B12-6E9714C72AE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CBDE615-45E4-46A8-BE69-475CEEE70602}" type="pres">
      <dgm:prSet presAssocID="{B38FA813-B34C-4210-9B12-6E9714C72AEC}" presName="spaceRect" presStyleCnt="0"/>
      <dgm:spPr/>
    </dgm:pt>
    <dgm:pt modelId="{F97CA213-6B5E-4CBA-BFEA-CC26864CF099}" type="pres">
      <dgm:prSet presAssocID="{B38FA813-B34C-4210-9B12-6E9714C72AEC}" presName="textRect" presStyleLbl="revTx" presStyleIdx="0" presStyleCnt="5">
        <dgm:presLayoutVars>
          <dgm:chMax val="1"/>
          <dgm:chPref val="1"/>
        </dgm:presLayoutVars>
      </dgm:prSet>
      <dgm:spPr/>
    </dgm:pt>
    <dgm:pt modelId="{379CA098-8F3B-48E5-8E4C-63FB4C34DC5C}" type="pres">
      <dgm:prSet presAssocID="{79D8691B-88A8-49E8-8C7E-FD4470D6F127}" presName="sibTrans" presStyleCnt="0"/>
      <dgm:spPr/>
    </dgm:pt>
    <dgm:pt modelId="{D44E2A74-FE6C-4030-80D6-0ECBDF556BA9}" type="pres">
      <dgm:prSet presAssocID="{A7DF1001-46D9-475A-9FC2-CD81820867FF}" presName="compNode" presStyleCnt="0"/>
      <dgm:spPr/>
    </dgm:pt>
    <dgm:pt modelId="{E9EE006B-70BF-4CC3-B036-0818DFC2EE9C}" type="pres">
      <dgm:prSet presAssocID="{A7DF1001-46D9-475A-9FC2-CD81820867FF}" presName="iconBgRect" presStyleLbl="bgShp" presStyleIdx="1" presStyleCnt="5"/>
      <dgm:spPr/>
    </dgm:pt>
    <dgm:pt modelId="{511FBE8B-B67C-4888-9232-AEAEB43CEE03}" type="pres">
      <dgm:prSet presAssocID="{A7DF1001-46D9-475A-9FC2-CD81820867F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097A01ED-53BC-4CD7-93FD-C8D68FB89A01}" type="pres">
      <dgm:prSet presAssocID="{A7DF1001-46D9-475A-9FC2-CD81820867FF}" presName="spaceRect" presStyleCnt="0"/>
      <dgm:spPr/>
    </dgm:pt>
    <dgm:pt modelId="{FE87372F-E4A4-430D-9A4C-E9FB72A5C03B}" type="pres">
      <dgm:prSet presAssocID="{A7DF1001-46D9-475A-9FC2-CD81820867FF}" presName="textRect" presStyleLbl="revTx" presStyleIdx="1" presStyleCnt="5">
        <dgm:presLayoutVars>
          <dgm:chMax val="1"/>
          <dgm:chPref val="1"/>
        </dgm:presLayoutVars>
      </dgm:prSet>
      <dgm:spPr/>
    </dgm:pt>
    <dgm:pt modelId="{ADF700CE-F40A-4ED1-921A-2365A99B89DC}" type="pres">
      <dgm:prSet presAssocID="{568FDBDC-13D4-4FAD-9556-325FA053083F}" presName="sibTrans" presStyleCnt="0"/>
      <dgm:spPr/>
    </dgm:pt>
    <dgm:pt modelId="{A4C0073C-9330-48EF-B25D-BF1A65D6B4DA}" type="pres">
      <dgm:prSet presAssocID="{A58BF20F-F4CC-49B9-A776-B8EF1A29F61A}" presName="compNode" presStyleCnt="0"/>
      <dgm:spPr/>
    </dgm:pt>
    <dgm:pt modelId="{C82F3628-3701-4035-880B-1746D8FD8F29}" type="pres">
      <dgm:prSet presAssocID="{A58BF20F-F4CC-49B9-A776-B8EF1A29F61A}" presName="iconBgRect" presStyleLbl="bgShp" presStyleIdx="2" presStyleCnt="5"/>
      <dgm:spPr/>
    </dgm:pt>
    <dgm:pt modelId="{15688E2C-7A42-4E6A-BE93-C9E29E760323}" type="pres">
      <dgm:prSet presAssocID="{A58BF20F-F4CC-49B9-A776-B8EF1A29F6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7AC78BF9-207A-4EB1-9648-A3CDE82FDFCF}" type="pres">
      <dgm:prSet presAssocID="{A58BF20F-F4CC-49B9-A776-B8EF1A29F61A}" presName="spaceRect" presStyleCnt="0"/>
      <dgm:spPr/>
    </dgm:pt>
    <dgm:pt modelId="{AC376710-FC0D-40BD-A614-E36C606268CB}" type="pres">
      <dgm:prSet presAssocID="{A58BF20F-F4CC-49B9-A776-B8EF1A29F61A}" presName="textRect" presStyleLbl="revTx" presStyleIdx="2" presStyleCnt="5">
        <dgm:presLayoutVars>
          <dgm:chMax val="1"/>
          <dgm:chPref val="1"/>
        </dgm:presLayoutVars>
      </dgm:prSet>
      <dgm:spPr/>
    </dgm:pt>
    <dgm:pt modelId="{B04F9BDC-7052-49D9-B260-514C61A453D9}" type="pres">
      <dgm:prSet presAssocID="{BAF1AFAE-4613-4558-88E3-3C579879464D}" presName="sibTrans" presStyleCnt="0"/>
      <dgm:spPr/>
    </dgm:pt>
    <dgm:pt modelId="{CA73BD30-2B42-448F-9009-3FAD99B63916}" type="pres">
      <dgm:prSet presAssocID="{1BEB0420-9E38-4D36-B3CC-827A03F3680F}" presName="compNode" presStyleCnt="0"/>
      <dgm:spPr/>
    </dgm:pt>
    <dgm:pt modelId="{AB7C7E43-C557-4155-8622-B610B8820050}" type="pres">
      <dgm:prSet presAssocID="{1BEB0420-9E38-4D36-B3CC-827A03F3680F}" presName="iconBgRect" presStyleLbl="bgShp" presStyleIdx="3" presStyleCnt="5"/>
      <dgm:spPr/>
    </dgm:pt>
    <dgm:pt modelId="{D21FAAB7-8CE0-4162-A5C9-FCA58196A2B0}" type="pres">
      <dgm:prSet presAssocID="{1BEB0420-9E38-4D36-B3CC-827A03F3680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44413936-E0D7-46B3-8EA6-0F5292F3981B}" type="pres">
      <dgm:prSet presAssocID="{1BEB0420-9E38-4D36-B3CC-827A03F3680F}" presName="spaceRect" presStyleCnt="0"/>
      <dgm:spPr/>
    </dgm:pt>
    <dgm:pt modelId="{F8E0E476-F2F8-46CB-A31F-1B5D7C1D76D7}" type="pres">
      <dgm:prSet presAssocID="{1BEB0420-9E38-4D36-B3CC-827A03F3680F}" presName="textRect" presStyleLbl="revTx" presStyleIdx="3" presStyleCnt="5">
        <dgm:presLayoutVars>
          <dgm:chMax val="1"/>
          <dgm:chPref val="1"/>
        </dgm:presLayoutVars>
      </dgm:prSet>
      <dgm:spPr/>
    </dgm:pt>
    <dgm:pt modelId="{37B6E5B8-EB4A-47C0-A549-180ACF8EBF00}" type="pres">
      <dgm:prSet presAssocID="{713A1AFA-DBF4-44AF-959C-0090957E6F0D}" presName="sibTrans" presStyleCnt="0"/>
      <dgm:spPr/>
    </dgm:pt>
    <dgm:pt modelId="{95128172-5DEB-446F-9A04-0D01F688A9A7}" type="pres">
      <dgm:prSet presAssocID="{36C7070E-A284-481E-881E-74A42A32CF0D}" presName="compNode" presStyleCnt="0"/>
      <dgm:spPr/>
    </dgm:pt>
    <dgm:pt modelId="{5AE31C51-6421-48F8-870B-FDEB99A0AEF2}" type="pres">
      <dgm:prSet presAssocID="{36C7070E-A284-481E-881E-74A42A32CF0D}" presName="iconBgRect" presStyleLbl="bgShp" presStyleIdx="4" presStyleCnt="5"/>
      <dgm:spPr/>
    </dgm:pt>
    <dgm:pt modelId="{C18240EF-D1BA-40AF-BEFB-9C3DDC74CFE6}" type="pres">
      <dgm:prSet presAssocID="{36C7070E-A284-481E-881E-74A42A32CF0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6867439-5906-47B4-8BE4-78674FEE7AB2}" type="pres">
      <dgm:prSet presAssocID="{36C7070E-A284-481E-881E-74A42A32CF0D}" presName="spaceRect" presStyleCnt="0"/>
      <dgm:spPr/>
    </dgm:pt>
    <dgm:pt modelId="{0A200C2C-A32F-41E0-8AEE-5BF271374995}" type="pres">
      <dgm:prSet presAssocID="{36C7070E-A284-481E-881E-74A42A32CF0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2FAA807-8D60-4CD1-900A-CE9B2D641EEE}" type="presOf" srcId="{B38FA813-B34C-4210-9B12-6E9714C72AEC}" destId="{F97CA213-6B5E-4CBA-BFEA-CC26864CF099}" srcOrd="0" destOrd="0" presId="urn:microsoft.com/office/officeart/2018/5/layout/IconCircleLabelList"/>
    <dgm:cxn modelId="{66683010-B56C-4B70-8BA5-35030924FB7C}" type="presOf" srcId="{36C7070E-A284-481E-881E-74A42A32CF0D}" destId="{0A200C2C-A32F-41E0-8AEE-5BF271374995}" srcOrd="0" destOrd="0" presId="urn:microsoft.com/office/officeart/2018/5/layout/IconCircleLabelList"/>
    <dgm:cxn modelId="{E4A67D11-9985-48E2-99C9-8D726CD56861}" type="presOf" srcId="{1BEB0420-9E38-4D36-B3CC-827A03F3680F}" destId="{F8E0E476-F2F8-46CB-A31F-1B5D7C1D76D7}" srcOrd="0" destOrd="0" presId="urn:microsoft.com/office/officeart/2018/5/layout/IconCircleLabelList"/>
    <dgm:cxn modelId="{1FC8E246-85AD-4889-8535-13733559D250}" type="presOf" srcId="{E26D8F01-179D-4948-8013-474D8E21909D}" destId="{61183F70-6E95-4EBF-BC4A-28DFF68C6945}" srcOrd="0" destOrd="0" presId="urn:microsoft.com/office/officeart/2018/5/layout/IconCircleLabelList"/>
    <dgm:cxn modelId="{448C764D-31E4-40BD-9319-5C8F2AB886B6}" srcId="{E26D8F01-179D-4948-8013-474D8E21909D}" destId="{1BEB0420-9E38-4D36-B3CC-827A03F3680F}" srcOrd="3" destOrd="0" parTransId="{A0EA798A-E034-46AC-BE63-D59D00167499}" sibTransId="{713A1AFA-DBF4-44AF-959C-0090957E6F0D}"/>
    <dgm:cxn modelId="{65204D6F-0DD1-4479-A0A1-A8478EF2450F}" type="presOf" srcId="{A7DF1001-46D9-475A-9FC2-CD81820867FF}" destId="{FE87372F-E4A4-430D-9A4C-E9FB72A5C03B}" srcOrd="0" destOrd="0" presId="urn:microsoft.com/office/officeart/2018/5/layout/IconCircleLabelList"/>
    <dgm:cxn modelId="{BA292497-B464-4FB6-88AC-AF3A1C312847}" srcId="{E26D8F01-179D-4948-8013-474D8E21909D}" destId="{A58BF20F-F4CC-49B9-A776-B8EF1A29F61A}" srcOrd="2" destOrd="0" parTransId="{51ECA217-8B60-4BFD-A4D0-E4A2B39712C9}" sibTransId="{BAF1AFAE-4613-4558-88E3-3C579879464D}"/>
    <dgm:cxn modelId="{0AE7BD98-77BD-4063-850A-E4F094085DDD}" type="presOf" srcId="{A58BF20F-F4CC-49B9-A776-B8EF1A29F61A}" destId="{AC376710-FC0D-40BD-A614-E36C606268CB}" srcOrd="0" destOrd="0" presId="urn:microsoft.com/office/officeart/2018/5/layout/IconCircleLabelList"/>
    <dgm:cxn modelId="{F77DD89B-6B73-43F5-A0A6-5D42F4E9BD4D}" srcId="{E26D8F01-179D-4948-8013-474D8E21909D}" destId="{36C7070E-A284-481E-881E-74A42A32CF0D}" srcOrd="4" destOrd="0" parTransId="{1E2BE278-217D-4802-A076-8FF0F22371A3}" sibTransId="{236108C0-EAB0-4388-9292-717680DEDD52}"/>
    <dgm:cxn modelId="{BC87ECA1-CD1C-4B4D-A439-9FB122029B99}" srcId="{E26D8F01-179D-4948-8013-474D8E21909D}" destId="{B38FA813-B34C-4210-9B12-6E9714C72AEC}" srcOrd="0" destOrd="0" parTransId="{1ACD3564-5796-4BAC-BCCA-CB8F45A174E5}" sibTransId="{79D8691B-88A8-49E8-8C7E-FD4470D6F127}"/>
    <dgm:cxn modelId="{4E773DCD-CB52-4710-94F3-2F13424ABC06}" srcId="{E26D8F01-179D-4948-8013-474D8E21909D}" destId="{A7DF1001-46D9-475A-9FC2-CD81820867FF}" srcOrd="1" destOrd="0" parTransId="{60BCDEBB-EAE5-4C20-8058-5BB6D7EF3012}" sibTransId="{568FDBDC-13D4-4FAD-9556-325FA053083F}"/>
    <dgm:cxn modelId="{7A3FEFD6-4156-4849-BAC7-7C0CF0E22356}" type="presParOf" srcId="{61183F70-6E95-4EBF-BC4A-28DFF68C6945}" destId="{A21B673C-6D8D-4BD8-9975-A5C4382C75D3}" srcOrd="0" destOrd="0" presId="urn:microsoft.com/office/officeart/2018/5/layout/IconCircleLabelList"/>
    <dgm:cxn modelId="{E78D55E8-6BD0-4320-89C1-1C29D68BE728}" type="presParOf" srcId="{A21B673C-6D8D-4BD8-9975-A5C4382C75D3}" destId="{4FBABBAE-747B-41DE-BA53-964EDA53646E}" srcOrd="0" destOrd="0" presId="urn:microsoft.com/office/officeart/2018/5/layout/IconCircleLabelList"/>
    <dgm:cxn modelId="{1541FD1E-7642-402B-BAD8-59015CC7367D}" type="presParOf" srcId="{A21B673C-6D8D-4BD8-9975-A5C4382C75D3}" destId="{2D3EF304-C8F9-4613-B740-B0C697A64474}" srcOrd="1" destOrd="0" presId="urn:microsoft.com/office/officeart/2018/5/layout/IconCircleLabelList"/>
    <dgm:cxn modelId="{34547BCD-E717-4F87-9CE3-C3E44163C43F}" type="presParOf" srcId="{A21B673C-6D8D-4BD8-9975-A5C4382C75D3}" destId="{1CBDE615-45E4-46A8-BE69-475CEEE70602}" srcOrd="2" destOrd="0" presId="urn:microsoft.com/office/officeart/2018/5/layout/IconCircleLabelList"/>
    <dgm:cxn modelId="{CC428AA5-AD48-4891-B30F-A94146911682}" type="presParOf" srcId="{A21B673C-6D8D-4BD8-9975-A5C4382C75D3}" destId="{F97CA213-6B5E-4CBA-BFEA-CC26864CF099}" srcOrd="3" destOrd="0" presId="urn:microsoft.com/office/officeart/2018/5/layout/IconCircleLabelList"/>
    <dgm:cxn modelId="{B318DE29-BFE7-49CF-A8BB-B38CAE945F5F}" type="presParOf" srcId="{61183F70-6E95-4EBF-BC4A-28DFF68C6945}" destId="{379CA098-8F3B-48E5-8E4C-63FB4C34DC5C}" srcOrd="1" destOrd="0" presId="urn:microsoft.com/office/officeart/2018/5/layout/IconCircleLabelList"/>
    <dgm:cxn modelId="{030F6954-273E-49A0-8EAD-BD45E40446AB}" type="presParOf" srcId="{61183F70-6E95-4EBF-BC4A-28DFF68C6945}" destId="{D44E2A74-FE6C-4030-80D6-0ECBDF556BA9}" srcOrd="2" destOrd="0" presId="urn:microsoft.com/office/officeart/2018/5/layout/IconCircleLabelList"/>
    <dgm:cxn modelId="{064E1436-F801-4097-ADAE-8BFCF4457E81}" type="presParOf" srcId="{D44E2A74-FE6C-4030-80D6-0ECBDF556BA9}" destId="{E9EE006B-70BF-4CC3-B036-0818DFC2EE9C}" srcOrd="0" destOrd="0" presId="urn:microsoft.com/office/officeart/2018/5/layout/IconCircleLabelList"/>
    <dgm:cxn modelId="{FEB526CD-D16E-4300-B6BF-B77A89D79828}" type="presParOf" srcId="{D44E2A74-FE6C-4030-80D6-0ECBDF556BA9}" destId="{511FBE8B-B67C-4888-9232-AEAEB43CEE03}" srcOrd="1" destOrd="0" presId="urn:microsoft.com/office/officeart/2018/5/layout/IconCircleLabelList"/>
    <dgm:cxn modelId="{8E746A8F-0F57-402E-8003-21EF762FA791}" type="presParOf" srcId="{D44E2A74-FE6C-4030-80D6-0ECBDF556BA9}" destId="{097A01ED-53BC-4CD7-93FD-C8D68FB89A01}" srcOrd="2" destOrd="0" presId="urn:microsoft.com/office/officeart/2018/5/layout/IconCircleLabelList"/>
    <dgm:cxn modelId="{97FEFB8F-A3CE-4879-8148-2485247EABEC}" type="presParOf" srcId="{D44E2A74-FE6C-4030-80D6-0ECBDF556BA9}" destId="{FE87372F-E4A4-430D-9A4C-E9FB72A5C03B}" srcOrd="3" destOrd="0" presId="urn:microsoft.com/office/officeart/2018/5/layout/IconCircleLabelList"/>
    <dgm:cxn modelId="{F5C2375E-BF96-4F52-8DFF-672D76A532A4}" type="presParOf" srcId="{61183F70-6E95-4EBF-BC4A-28DFF68C6945}" destId="{ADF700CE-F40A-4ED1-921A-2365A99B89DC}" srcOrd="3" destOrd="0" presId="urn:microsoft.com/office/officeart/2018/5/layout/IconCircleLabelList"/>
    <dgm:cxn modelId="{EFC6AFC7-A934-4F5D-83BF-C06F451B02EA}" type="presParOf" srcId="{61183F70-6E95-4EBF-BC4A-28DFF68C6945}" destId="{A4C0073C-9330-48EF-B25D-BF1A65D6B4DA}" srcOrd="4" destOrd="0" presId="urn:microsoft.com/office/officeart/2018/5/layout/IconCircleLabelList"/>
    <dgm:cxn modelId="{E8437AD0-09D7-4EC9-B5CB-3D4AB8A9EAC7}" type="presParOf" srcId="{A4C0073C-9330-48EF-B25D-BF1A65D6B4DA}" destId="{C82F3628-3701-4035-880B-1746D8FD8F29}" srcOrd="0" destOrd="0" presId="urn:microsoft.com/office/officeart/2018/5/layout/IconCircleLabelList"/>
    <dgm:cxn modelId="{4082AD6B-EA93-4C37-9D19-238C4F65C352}" type="presParOf" srcId="{A4C0073C-9330-48EF-B25D-BF1A65D6B4DA}" destId="{15688E2C-7A42-4E6A-BE93-C9E29E760323}" srcOrd="1" destOrd="0" presId="urn:microsoft.com/office/officeart/2018/5/layout/IconCircleLabelList"/>
    <dgm:cxn modelId="{BEB24110-77BB-4D55-ACE6-C80526763DA7}" type="presParOf" srcId="{A4C0073C-9330-48EF-B25D-BF1A65D6B4DA}" destId="{7AC78BF9-207A-4EB1-9648-A3CDE82FDFCF}" srcOrd="2" destOrd="0" presId="urn:microsoft.com/office/officeart/2018/5/layout/IconCircleLabelList"/>
    <dgm:cxn modelId="{FFF74BD9-2074-4E5B-B239-DCA47D676516}" type="presParOf" srcId="{A4C0073C-9330-48EF-B25D-BF1A65D6B4DA}" destId="{AC376710-FC0D-40BD-A614-E36C606268CB}" srcOrd="3" destOrd="0" presId="urn:microsoft.com/office/officeart/2018/5/layout/IconCircleLabelList"/>
    <dgm:cxn modelId="{A60CDDA2-C4C3-4BC6-B1DB-0E4C4727C5FE}" type="presParOf" srcId="{61183F70-6E95-4EBF-BC4A-28DFF68C6945}" destId="{B04F9BDC-7052-49D9-B260-514C61A453D9}" srcOrd="5" destOrd="0" presId="urn:microsoft.com/office/officeart/2018/5/layout/IconCircleLabelList"/>
    <dgm:cxn modelId="{6B7131B9-BF92-44A9-B361-84CE61985A15}" type="presParOf" srcId="{61183F70-6E95-4EBF-BC4A-28DFF68C6945}" destId="{CA73BD30-2B42-448F-9009-3FAD99B63916}" srcOrd="6" destOrd="0" presId="urn:microsoft.com/office/officeart/2018/5/layout/IconCircleLabelList"/>
    <dgm:cxn modelId="{E8B01449-6B47-494F-9174-C187A9B520AC}" type="presParOf" srcId="{CA73BD30-2B42-448F-9009-3FAD99B63916}" destId="{AB7C7E43-C557-4155-8622-B610B8820050}" srcOrd="0" destOrd="0" presId="urn:microsoft.com/office/officeart/2018/5/layout/IconCircleLabelList"/>
    <dgm:cxn modelId="{FFF1B9DB-A5FF-4132-92B8-84F835096FEB}" type="presParOf" srcId="{CA73BD30-2B42-448F-9009-3FAD99B63916}" destId="{D21FAAB7-8CE0-4162-A5C9-FCA58196A2B0}" srcOrd="1" destOrd="0" presId="urn:microsoft.com/office/officeart/2018/5/layout/IconCircleLabelList"/>
    <dgm:cxn modelId="{FA9434FC-7817-4B65-9E6C-2B45AD645091}" type="presParOf" srcId="{CA73BD30-2B42-448F-9009-3FAD99B63916}" destId="{44413936-E0D7-46B3-8EA6-0F5292F3981B}" srcOrd="2" destOrd="0" presId="urn:microsoft.com/office/officeart/2018/5/layout/IconCircleLabelList"/>
    <dgm:cxn modelId="{993B2A48-0D00-470D-B128-B99C93706BC2}" type="presParOf" srcId="{CA73BD30-2B42-448F-9009-3FAD99B63916}" destId="{F8E0E476-F2F8-46CB-A31F-1B5D7C1D76D7}" srcOrd="3" destOrd="0" presId="urn:microsoft.com/office/officeart/2018/5/layout/IconCircleLabelList"/>
    <dgm:cxn modelId="{19C23DF1-C4B9-42E3-89E5-A386C84295A5}" type="presParOf" srcId="{61183F70-6E95-4EBF-BC4A-28DFF68C6945}" destId="{37B6E5B8-EB4A-47C0-A549-180ACF8EBF00}" srcOrd="7" destOrd="0" presId="urn:microsoft.com/office/officeart/2018/5/layout/IconCircleLabelList"/>
    <dgm:cxn modelId="{366E39E2-DBB3-48FD-9503-8B6E8CDA081D}" type="presParOf" srcId="{61183F70-6E95-4EBF-BC4A-28DFF68C6945}" destId="{95128172-5DEB-446F-9A04-0D01F688A9A7}" srcOrd="8" destOrd="0" presId="urn:microsoft.com/office/officeart/2018/5/layout/IconCircleLabelList"/>
    <dgm:cxn modelId="{4BD9DA4E-5776-4744-B4DD-DC1E434024F6}" type="presParOf" srcId="{95128172-5DEB-446F-9A04-0D01F688A9A7}" destId="{5AE31C51-6421-48F8-870B-FDEB99A0AEF2}" srcOrd="0" destOrd="0" presId="urn:microsoft.com/office/officeart/2018/5/layout/IconCircleLabelList"/>
    <dgm:cxn modelId="{C26F2A2B-C059-413D-BF8A-D84CAB88D74A}" type="presParOf" srcId="{95128172-5DEB-446F-9A04-0D01F688A9A7}" destId="{C18240EF-D1BA-40AF-BEFB-9C3DDC74CFE6}" srcOrd="1" destOrd="0" presId="urn:microsoft.com/office/officeart/2018/5/layout/IconCircleLabelList"/>
    <dgm:cxn modelId="{A28E259C-3108-4E27-BC1A-72C7FE91AF13}" type="presParOf" srcId="{95128172-5DEB-446F-9A04-0D01F688A9A7}" destId="{F6867439-5906-47B4-8BE4-78674FEE7AB2}" srcOrd="2" destOrd="0" presId="urn:microsoft.com/office/officeart/2018/5/layout/IconCircleLabelList"/>
    <dgm:cxn modelId="{DD957FBD-9ECB-4F5A-87F2-8CF8596D093C}" type="presParOf" srcId="{95128172-5DEB-446F-9A04-0D01F688A9A7}" destId="{0A200C2C-A32F-41E0-8AEE-5BF2713749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DA955A-1F4F-49DE-BF8D-42289BF421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1D81B66-50A8-421A-9860-6F47118D2002}">
      <dgm:prSet/>
      <dgm:spPr/>
      <dgm:t>
        <a:bodyPr/>
        <a:lstStyle/>
        <a:p>
          <a:r>
            <a:rPr lang="en-US" dirty="0"/>
            <a:t>Inventory Microservice provides information about the items available, and it gives the information about the selected item like the name of the item , quantity and timestamp.</a:t>
          </a:r>
        </a:p>
      </dgm:t>
    </dgm:pt>
    <dgm:pt modelId="{4380E36C-5CC3-46AD-BEDE-B910994E420C}" type="parTrans" cxnId="{55AC338F-C0BE-48F9-A07C-441546DD0906}">
      <dgm:prSet/>
      <dgm:spPr/>
      <dgm:t>
        <a:bodyPr/>
        <a:lstStyle/>
        <a:p>
          <a:endParaRPr lang="en-US"/>
        </a:p>
      </dgm:t>
    </dgm:pt>
    <dgm:pt modelId="{DFFBF031-84A2-4984-AB18-141CCB4B444D}" type="sibTrans" cxnId="{55AC338F-C0BE-48F9-A07C-441546DD0906}">
      <dgm:prSet/>
      <dgm:spPr/>
      <dgm:t>
        <a:bodyPr/>
        <a:lstStyle/>
        <a:p>
          <a:endParaRPr lang="en-US"/>
        </a:p>
      </dgm:t>
    </dgm:pt>
    <dgm:pt modelId="{748BA443-CCB8-4F3C-93D1-ED0D80B255A9}">
      <dgm:prSet/>
      <dgm:spPr/>
      <dgm:t>
        <a:bodyPr/>
        <a:lstStyle/>
        <a:p>
          <a:r>
            <a:rPr lang="en-US" dirty="0"/>
            <a:t>It provides different methods for admin while ensuring proper validation and business logic.</a:t>
          </a:r>
        </a:p>
      </dgm:t>
    </dgm:pt>
    <dgm:pt modelId="{F300D630-6540-45CF-A71F-B8877B080BF5}" type="parTrans" cxnId="{6DB99627-5922-4B18-B87A-C7D728399868}">
      <dgm:prSet/>
      <dgm:spPr/>
      <dgm:t>
        <a:bodyPr/>
        <a:lstStyle/>
        <a:p>
          <a:endParaRPr lang="en-US"/>
        </a:p>
      </dgm:t>
    </dgm:pt>
    <dgm:pt modelId="{86A28A94-64C2-4663-8019-A2D3C7CD7D28}" type="sibTrans" cxnId="{6DB99627-5922-4B18-B87A-C7D728399868}">
      <dgm:prSet/>
      <dgm:spPr/>
      <dgm:t>
        <a:bodyPr/>
        <a:lstStyle/>
        <a:p>
          <a:endParaRPr lang="en-US"/>
        </a:p>
      </dgm:t>
    </dgm:pt>
    <dgm:pt modelId="{093FC619-6372-419C-BF1D-E7226E8A478E}">
      <dgm:prSet/>
      <dgm:spPr/>
      <dgm:t>
        <a:bodyPr/>
        <a:lstStyle/>
        <a:p>
          <a:r>
            <a:rPr lang="en-US" dirty="0"/>
            <a:t>It connects with the Notification Module through feign client to get the information about the customer who used the booking service. inventory-related notifications, such as low stock alerts, item restocking updates, and inventory change confirmations.</a:t>
          </a:r>
        </a:p>
      </dgm:t>
    </dgm:pt>
    <dgm:pt modelId="{695208B7-2660-4B6F-A3C3-F6638A55BF98}" type="parTrans" cxnId="{B8C315D0-21C9-40EA-9E1B-7379291DAB3C}">
      <dgm:prSet/>
      <dgm:spPr/>
      <dgm:t>
        <a:bodyPr/>
        <a:lstStyle/>
        <a:p>
          <a:endParaRPr lang="en-US"/>
        </a:p>
      </dgm:t>
    </dgm:pt>
    <dgm:pt modelId="{98CE4739-AB9D-44C0-B8B2-E26FDD82A9FE}" type="sibTrans" cxnId="{B8C315D0-21C9-40EA-9E1B-7379291DAB3C}">
      <dgm:prSet/>
      <dgm:spPr/>
      <dgm:t>
        <a:bodyPr/>
        <a:lstStyle/>
        <a:p>
          <a:endParaRPr lang="en-US"/>
        </a:p>
      </dgm:t>
    </dgm:pt>
    <dgm:pt modelId="{16160880-999B-4C34-83C2-CE2CB27525C1}" type="pres">
      <dgm:prSet presAssocID="{F2DA955A-1F4F-49DE-BF8D-42289BF4219B}" presName="root" presStyleCnt="0">
        <dgm:presLayoutVars>
          <dgm:dir/>
          <dgm:resizeHandles val="exact"/>
        </dgm:presLayoutVars>
      </dgm:prSet>
      <dgm:spPr/>
    </dgm:pt>
    <dgm:pt modelId="{1E5CDB3F-113F-40F2-9468-337CDA0C86AB}" type="pres">
      <dgm:prSet presAssocID="{D1D81B66-50A8-421A-9860-6F47118D2002}" presName="compNode" presStyleCnt="0"/>
      <dgm:spPr/>
    </dgm:pt>
    <dgm:pt modelId="{ADBB107F-074B-49C7-852D-ED53DE4989FD}" type="pres">
      <dgm:prSet presAssocID="{D1D81B66-50A8-421A-9860-6F47118D2002}" presName="bgRect" presStyleLbl="bgShp" presStyleIdx="0" presStyleCnt="3"/>
      <dgm:spPr/>
    </dgm:pt>
    <dgm:pt modelId="{421A9985-1905-4EEA-B3B6-E5634E8DACD7}" type="pres">
      <dgm:prSet presAssocID="{D1D81B66-50A8-421A-9860-6F47118D20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A8CBDB09-B08A-4F22-8A54-C3F9C36287E8}" type="pres">
      <dgm:prSet presAssocID="{D1D81B66-50A8-421A-9860-6F47118D2002}" presName="spaceRect" presStyleCnt="0"/>
      <dgm:spPr/>
    </dgm:pt>
    <dgm:pt modelId="{C99B839C-A56E-4CEA-8944-E95A2930E39D}" type="pres">
      <dgm:prSet presAssocID="{D1D81B66-50A8-421A-9860-6F47118D2002}" presName="parTx" presStyleLbl="revTx" presStyleIdx="0" presStyleCnt="3">
        <dgm:presLayoutVars>
          <dgm:chMax val="0"/>
          <dgm:chPref val="0"/>
        </dgm:presLayoutVars>
      </dgm:prSet>
      <dgm:spPr/>
    </dgm:pt>
    <dgm:pt modelId="{68824EEA-3958-4B96-893E-EF962FFF8467}" type="pres">
      <dgm:prSet presAssocID="{DFFBF031-84A2-4984-AB18-141CCB4B444D}" presName="sibTrans" presStyleCnt="0"/>
      <dgm:spPr/>
    </dgm:pt>
    <dgm:pt modelId="{74889702-2949-48CF-AAB2-E08983B45DB8}" type="pres">
      <dgm:prSet presAssocID="{748BA443-CCB8-4F3C-93D1-ED0D80B255A9}" presName="compNode" presStyleCnt="0"/>
      <dgm:spPr/>
    </dgm:pt>
    <dgm:pt modelId="{373544F6-2418-4356-9491-CB9776EC5E39}" type="pres">
      <dgm:prSet presAssocID="{748BA443-CCB8-4F3C-93D1-ED0D80B255A9}" presName="bgRect" presStyleLbl="bgShp" presStyleIdx="1" presStyleCnt="3"/>
      <dgm:spPr/>
    </dgm:pt>
    <dgm:pt modelId="{A26F7D0A-5AEE-4CC3-845B-B3E02899FB22}" type="pres">
      <dgm:prSet presAssocID="{748BA443-CCB8-4F3C-93D1-ED0D80B255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B501C37-9046-4898-B8D6-D0DA289B5DFC}" type="pres">
      <dgm:prSet presAssocID="{748BA443-CCB8-4F3C-93D1-ED0D80B255A9}" presName="spaceRect" presStyleCnt="0"/>
      <dgm:spPr/>
    </dgm:pt>
    <dgm:pt modelId="{13982D12-55E6-4E5A-9098-BAFE6C5D79A8}" type="pres">
      <dgm:prSet presAssocID="{748BA443-CCB8-4F3C-93D1-ED0D80B255A9}" presName="parTx" presStyleLbl="revTx" presStyleIdx="1" presStyleCnt="3">
        <dgm:presLayoutVars>
          <dgm:chMax val="0"/>
          <dgm:chPref val="0"/>
        </dgm:presLayoutVars>
      </dgm:prSet>
      <dgm:spPr/>
    </dgm:pt>
    <dgm:pt modelId="{A6DDF04B-B457-4578-93A6-1B1C3F3C2A94}" type="pres">
      <dgm:prSet presAssocID="{86A28A94-64C2-4663-8019-A2D3C7CD7D28}" presName="sibTrans" presStyleCnt="0"/>
      <dgm:spPr/>
    </dgm:pt>
    <dgm:pt modelId="{3E8B1FA9-B891-4E44-903D-D0EC557958CA}" type="pres">
      <dgm:prSet presAssocID="{093FC619-6372-419C-BF1D-E7226E8A478E}" presName="compNode" presStyleCnt="0"/>
      <dgm:spPr/>
    </dgm:pt>
    <dgm:pt modelId="{0B61D177-9E1C-4F22-96DD-638D6F50B250}" type="pres">
      <dgm:prSet presAssocID="{093FC619-6372-419C-BF1D-E7226E8A478E}" presName="bgRect" presStyleLbl="bgShp" presStyleIdx="2" presStyleCnt="3"/>
      <dgm:spPr/>
    </dgm:pt>
    <dgm:pt modelId="{14010A4C-CEB4-4A64-87D7-E76610050749}" type="pres">
      <dgm:prSet presAssocID="{093FC619-6372-419C-BF1D-E7226E8A47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1207248-0E79-47A5-8D9D-97A38AB96530}" type="pres">
      <dgm:prSet presAssocID="{093FC619-6372-419C-BF1D-E7226E8A478E}" presName="spaceRect" presStyleCnt="0"/>
      <dgm:spPr/>
    </dgm:pt>
    <dgm:pt modelId="{0F0B27DE-C169-4AE0-987A-F55C050850E4}" type="pres">
      <dgm:prSet presAssocID="{093FC619-6372-419C-BF1D-E7226E8A47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DB99627-5922-4B18-B87A-C7D728399868}" srcId="{F2DA955A-1F4F-49DE-BF8D-42289BF4219B}" destId="{748BA443-CCB8-4F3C-93D1-ED0D80B255A9}" srcOrd="1" destOrd="0" parTransId="{F300D630-6540-45CF-A71F-B8877B080BF5}" sibTransId="{86A28A94-64C2-4663-8019-A2D3C7CD7D28}"/>
    <dgm:cxn modelId="{E4437739-B652-4BDF-833D-42C7BA174A4C}" type="presOf" srcId="{D1D81B66-50A8-421A-9860-6F47118D2002}" destId="{C99B839C-A56E-4CEA-8944-E95A2930E39D}" srcOrd="0" destOrd="0" presId="urn:microsoft.com/office/officeart/2018/2/layout/IconVerticalSolidList"/>
    <dgm:cxn modelId="{36B0994D-1B5C-4CDC-9317-53C2F5DD5DEE}" type="presOf" srcId="{093FC619-6372-419C-BF1D-E7226E8A478E}" destId="{0F0B27DE-C169-4AE0-987A-F55C050850E4}" srcOrd="0" destOrd="0" presId="urn:microsoft.com/office/officeart/2018/2/layout/IconVerticalSolidList"/>
    <dgm:cxn modelId="{55AC338F-C0BE-48F9-A07C-441546DD0906}" srcId="{F2DA955A-1F4F-49DE-BF8D-42289BF4219B}" destId="{D1D81B66-50A8-421A-9860-6F47118D2002}" srcOrd="0" destOrd="0" parTransId="{4380E36C-5CC3-46AD-BEDE-B910994E420C}" sibTransId="{DFFBF031-84A2-4984-AB18-141CCB4B444D}"/>
    <dgm:cxn modelId="{B8C315D0-21C9-40EA-9E1B-7379291DAB3C}" srcId="{F2DA955A-1F4F-49DE-BF8D-42289BF4219B}" destId="{093FC619-6372-419C-BF1D-E7226E8A478E}" srcOrd="2" destOrd="0" parTransId="{695208B7-2660-4B6F-A3C3-F6638A55BF98}" sibTransId="{98CE4739-AB9D-44C0-B8B2-E26FDD82A9FE}"/>
    <dgm:cxn modelId="{D7B3B8DE-7D13-4A75-B695-D4C55CF1E194}" type="presOf" srcId="{F2DA955A-1F4F-49DE-BF8D-42289BF4219B}" destId="{16160880-999B-4C34-83C2-CE2CB27525C1}" srcOrd="0" destOrd="0" presId="urn:microsoft.com/office/officeart/2018/2/layout/IconVerticalSolidList"/>
    <dgm:cxn modelId="{54F8D2E1-CC0F-4D4D-A7D7-C1C1FE26E603}" type="presOf" srcId="{748BA443-CCB8-4F3C-93D1-ED0D80B255A9}" destId="{13982D12-55E6-4E5A-9098-BAFE6C5D79A8}" srcOrd="0" destOrd="0" presId="urn:microsoft.com/office/officeart/2018/2/layout/IconVerticalSolidList"/>
    <dgm:cxn modelId="{CA21473B-243E-4B08-A695-0FD284382ED6}" type="presParOf" srcId="{16160880-999B-4C34-83C2-CE2CB27525C1}" destId="{1E5CDB3F-113F-40F2-9468-337CDA0C86AB}" srcOrd="0" destOrd="0" presId="urn:microsoft.com/office/officeart/2018/2/layout/IconVerticalSolidList"/>
    <dgm:cxn modelId="{B8F54250-14BD-4B6A-9C07-83F8A175363D}" type="presParOf" srcId="{1E5CDB3F-113F-40F2-9468-337CDA0C86AB}" destId="{ADBB107F-074B-49C7-852D-ED53DE4989FD}" srcOrd="0" destOrd="0" presId="urn:microsoft.com/office/officeart/2018/2/layout/IconVerticalSolidList"/>
    <dgm:cxn modelId="{8C0854E2-C875-4AC0-B5A1-F213D78D23C3}" type="presParOf" srcId="{1E5CDB3F-113F-40F2-9468-337CDA0C86AB}" destId="{421A9985-1905-4EEA-B3B6-E5634E8DACD7}" srcOrd="1" destOrd="0" presId="urn:microsoft.com/office/officeart/2018/2/layout/IconVerticalSolidList"/>
    <dgm:cxn modelId="{0F1F9D77-A7AE-44D4-9FFA-8A2DB26853A9}" type="presParOf" srcId="{1E5CDB3F-113F-40F2-9468-337CDA0C86AB}" destId="{A8CBDB09-B08A-4F22-8A54-C3F9C36287E8}" srcOrd="2" destOrd="0" presId="urn:microsoft.com/office/officeart/2018/2/layout/IconVerticalSolidList"/>
    <dgm:cxn modelId="{10E63BD6-3D50-4406-8D20-56861ACA271C}" type="presParOf" srcId="{1E5CDB3F-113F-40F2-9468-337CDA0C86AB}" destId="{C99B839C-A56E-4CEA-8944-E95A2930E39D}" srcOrd="3" destOrd="0" presId="urn:microsoft.com/office/officeart/2018/2/layout/IconVerticalSolidList"/>
    <dgm:cxn modelId="{E9FFE12A-3D4E-4C9C-A19E-EDD715E56982}" type="presParOf" srcId="{16160880-999B-4C34-83C2-CE2CB27525C1}" destId="{68824EEA-3958-4B96-893E-EF962FFF8467}" srcOrd="1" destOrd="0" presId="urn:microsoft.com/office/officeart/2018/2/layout/IconVerticalSolidList"/>
    <dgm:cxn modelId="{C913311F-A821-4C50-A9AA-A163C6D29CA2}" type="presParOf" srcId="{16160880-999B-4C34-83C2-CE2CB27525C1}" destId="{74889702-2949-48CF-AAB2-E08983B45DB8}" srcOrd="2" destOrd="0" presId="urn:microsoft.com/office/officeart/2018/2/layout/IconVerticalSolidList"/>
    <dgm:cxn modelId="{FBA55328-3B2A-48BF-B812-58B67FCDE245}" type="presParOf" srcId="{74889702-2949-48CF-AAB2-E08983B45DB8}" destId="{373544F6-2418-4356-9491-CB9776EC5E39}" srcOrd="0" destOrd="0" presId="urn:microsoft.com/office/officeart/2018/2/layout/IconVerticalSolidList"/>
    <dgm:cxn modelId="{FE32C883-64A0-43FB-BC6A-2E4DBC62803E}" type="presParOf" srcId="{74889702-2949-48CF-AAB2-E08983B45DB8}" destId="{A26F7D0A-5AEE-4CC3-845B-B3E02899FB22}" srcOrd="1" destOrd="0" presId="urn:microsoft.com/office/officeart/2018/2/layout/IconVerticalSolidList"/>
    <dgm:cxn modelId="{37AC507E-E468-4D7A-9806-2C5986C2E8AC}" type="presParOf" srcId="{74889702-2949-48CF-AAB2-E08983B45DB8}" destId="{6B501C37-9046-4898-B8D6-D0DA289B5DFC}" srcOrd="2" destOrd="0" presId="urn:microsoft.com/office/officeart/2018/2/layout/IconVerticalSolidList"/>
    <dgm:cxn modelId="{DB3B1BCD-DE21-428C-8747-60ED7ADED66A}" type="presParOf" srcId="{74889702-2949-48CF-AAB2-E08983B45DB8}" destId="{13982D12-55E6-4E5A-9098-BAFE6C5D79A8}" srcOrd="3" destOrd="0" presId="urn:microsoft.com/office/officeart/2018/2/layout/IconVerticalSolidList"/>
    <dgm:cxn modelId="{2CC38B6A-C8AD-4B2E-8233-6E18EE07B215}" type="presParOf" srcId="{16160880-999B-4C34-83C2-CE2CB27525C1}" destId="{A6DDF04B-B457-4578-93A6-1B1C3F3C2A94}" srcOrd="3" destOrd="0" presId="urn:microsoft.com/office/officeart/2018/2/layout/IconVerticalSolidList"/>
    <dgm:cxn modelId="{ECE09BCE-C92B-4CA8-9BCB-7E904ED7B6B2}" type="presParOf" srcId="{16160880-999B-4C34-83C2-CE2CB27525C1}" destId="{3E8B1FA9-B891-4E44-903D-D0EC557958CA}" srcOrd="4" destOrd="0" presId="urn:microsoft.com/office/officeart/2018/2/layout/IconVerticalSolidList"/>
    <dgm:cxn modelId="{48FE200A-A54E-4D6E-9CFC-AEAAC360B81E}" type="presParOf" srcId="{3E8B1FA9-B891-4E44-903D-D0EC557958CA}" destId="{0B61D177-9E1C-4F22-96DD-638D6F50B250}" srcOrd="0" destOrd="0" presId="urn:microsoft.com/office/officeart/2018/2/layout/IconVerticalSolidList"/>
    <dgm:cxn modelId="{D43026C6-ECC0-48E8-9DCA-4CA8EC953327}" type="presParOf" srcId="{3E8B1FA9-B891-4E44-903D-D0EC557958CA}" destId="{14010A4C-CEB4-4A64-87D7-E76610050749}" srcOrd="1" destOrd="0" presId="urn:microsoft.com/office/officeart/2018/2/layout/IconVerticalSolidList"/>
    <dgm:cxn modelId="{EEE132ED-BFA7-4D15-8896-A364BB9EB055}" type="presParOf" srcId="{3E8B1FA9-B891-4E44-903D-D0EC557958CA}" destId="{A1207248-0E79-47A5-8D9D-97A38AB96530}" srcOrd="2" destOrd="0" presId="urn:microsoft.com/office/officeart/2018/2/layout/IconVerticalSolidList"/>
    <dgm:cxn modelId="{161784EB-EB55-4CF9-970D-34309D2909D3}" type="presParOf" srcId="{3E8B1FA9-B891-4E44-903D-D0EC557958CA}" destId="{0F0B27DE-C169-4AE0-987A-F55C050850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ABBAE-747B-41DE-BA53-964EDA53646E}">
      <dsp:nvSpPr>
        <dsp:cNvPr id="0" name=""/>
        <dsp:cNvSpPr/>
      </dsp:nvSpPr>
      <dsp:spPr>
        <a:xfrm>
          <a:off x="331208" y="851222"/>
          <a:ext cx="1027230" cy="1027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EF304-C8F9-4613-B740-B0C697A64474}">
      <dsp:nvSpPr>
        <dsp:cNvPr id="0" name=""/>
        <dsp:cNvSpPr/>
      </dsp:nvSpPr>
      <dsp:spPr>
        <a:xfrm>
          <a:off x="550126" y="1070140"/>
          <a:ext cx="589394" cy="5893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CA213-6B5E-4CBA-BFEA-CC26864CF099}">
      <dsp:nvSpPr>
        <dsp:cNvPr id="0" name=""/>
        <dsp:cNvSpPr/>
      </dsp:nvSpPr>
      <dsp:spPr>
        <a:xfrm>
          <a:off x="2832" y="21984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Customer Module</a:t>
          </a:r>
        </a:p>
      </dsp:txBody>
      <dsp:txXfrm>
        <a:off x="2832" y="2198410"/>
        <a:ext cx="1683984" cy="673593"/>
      </dsp:txXfrm>
    </dsp:sp>
    <dsp:sp modelId="{E9EE006B-70BF-4CC3-B036-0818DFC2EE9C}">
      <dsp:nvSpPr>
        <dsp:cNvPr id="0" name=""/>
        <dsp:cNvSpPr/>
      </dsp:nvSpPr>
      <dsp:spPr>
        <a:xfrm>
          <a:off x="2309890" y="851222"/>
          <a:ext cx="1027230" cy="1027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FBE8B-B67C-4888-9232-AEAEB43CEE03}">
      <dsp:nvSpPr>
        <dsp:cNvPr id="0" name=""/>
        <dsp:cNvSpPr/>
      </dsp:nvSpPr>
      <dsp:spPr>
        <a:xfrm>
          <a:off x="2528808" y="1070140"/>
          <a:ext cx="589394" cy="5893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7372F-E4A4-430D-9A4C-E9FB72A5C03B}">
      <dsp:nvSpPr>
        <dsp:cNvPr id="0" name=""/>
        <dsp:cNvSpPr/>
      </dsp:nvSpPr>
      <dsp:spPr>
        <a:xfrm>
          <a:off x="1981513" y="21984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Rooms Module</a:t>
          </a:r>
        </a:p>
      </dsp:txBody>
      <dsp:txXfrm>
        <a:off x="1981513" y="2198410"/>
        <a:ext cx="1683984" cy="673593"/>
      </dsp:txXfrm>
    </dsp:sp>
    <dsp:sp modelId="{C82F3628-3701-4035-880B-1746D8FD8F29}">
      <dsp:nvSpPr>
        <dsp:cNvPr id="0" name=""/>
        <dsp:cNvSpPr/>
      </dsp:nvSpPr>
      <dsp:spPr>
        <a:xfrm>
          <a:off x="4288572" y="851222"/>
          <a:ext cx="1027230" cy="1027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88E2C-7A42-4E6A-BE93-C9E29E760323}">
      <dsp:nvSpPr>
        <dsp:cNvPr id="0" name=""/>
        <dsp:cNvSpPr/>
      </dsp:nvSpPr>
      <dsp:spPr>
        <a:xfrm>
          <a:off x="4507490" y="1070140"/>
          <a:ext cx="589394" cy="5893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76710-FC0D-40BD-A614-E36C606268CB}">
      <dsp:nvSpPr>
        <dsp:cNvPr id="0" name=""/>
        <dsp:cNvSpPr/>
      </dsp:nvSpPr>
      <dsp:spPr>
        <a:xfrm>
          <a:off x="3960195" y="21984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Inventory Module</a:t>
          </a:r>
        </a:p>
      </dsp:txBody>
      <dsp:txXfrm>
        <a:off x="3960195" y="2198410"/>
        <a:ext cx="1683984" cy="673593"/>
      </dsp:txXfrm>
    </dsp:sp>
    <dsp:sp modelId="{AB7C7E43-C557-4155-8622-B610B8820050}">
      <dsp:nvSpPr>
        <dsp:cNvPr id="0" name=""/>
        <dsp:cNvSpPr/>
      </dsp:nvSpPr>
      <dsp:spPr>
        <a:xfrm>
          <a:off x="6267253" y="851222"/>
          <a:ext cx="1027230" cy="1027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FAAB7-8CE0-4162-A5C9-FCA58196A2B0}">
      <dsp:nvSpPr>
        <dsp:cNvPr id="0" name=""/>
        <dsp:cNvSpPr/>
      </dsp:nvSpPr>
      <dsp:spPr>
        <a:xfrm>
          <a:off x="6486171" y="1070140"/>
          <a:ext cx="589394" cy="5893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0E476-F2F8-46CB-A31F-1B5D7C1D76D7}">
      <dsp:nvSpPr>
        <dsp:cNvPr id="0" name=""/>
        <dsp:cNvSpPr/>
      </dsp:nvSpPr>
      <dsp:spPr>
        <a:xfrm>
          <a:off x="5938876" y="21984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Notification Module</a:t>
          </a:r>
        </a:p>
      </dsp:txBody>
      <dsp:txXfrm>
        <a:off x="5938876" y="2198410"/>
        <a:ext cx="1683984" cy="673593"/>
      </dsp:txXfrm>
    </dsp:sp>
    <dsp:sp modelId="{5AE31C51-6421-48F8-870B-FDEB99A0AEF2}">
      <dsp:nvSpPr>
        <dsp:cNvPr id="0" name=""/>
        <dsp:cNvSpPr/>
      </dsp:nvSpPr>
      <dsp:spPr>
        <a:xfrm>
          <a:off x="8245935" y="851222"/>
          <a:ext cx="1027230" cy="1027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240EF-D1BA-40AF-BEFB-9C3DDC74CFE6}">
      <dsp:nvSpPr>
        <dsp:cNvPr id="0" name=""/>
        <dsp:cNvSpPr/>
      </dsp:nvSpPr>
      <dsp:spPr>
        <a:xfrm>
          <a:off x="8464853" y="1070140"/>
          <a:ext cx="589394" cy="5893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00C2C-A32F-41E0-8AEE-5BF271374995}">
      <dsp:nvSpPr>
        <dsp:cNvPr id="0" name=""/>
        <dsp:cNvSpPr/>
      </dsp:nvSpPr>
      <dsp:spPr>
        <a:xfrm>
          <a:off x="7917558" y="21984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Billing Module</a:t>
          </a:r>
        </a:p>
      </dsp:txBody>
      <dsp:txXfrm>
        <a:off x="7917558" y="2198410"/>
        <a:ext cx="1683984" cy="6735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B107F-074B-49C7-852D-ED53DE4989FD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A9985-1905-4EEA-B3B6-E5634E8DACD7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B839C-A56E-4CEA-8944-E95A2930E39D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Inventory Microservice provides information about the items available, and it gives the information about the selected item like the name of the item , quantity and timestamp.</a:t>
          </a:r>
        </a:p>
      </dsp:txBody>
      <dsp:txXfrm>
        <a:off x="1529865" y="566"/>
        <a:ext cx="4383571" cy="1324558"/>
      </dsp:txXfrm>
    </dsp:sp>
    <dsp:sp modelId="{373544F6-2418-4356-9491-CB9776EC5E39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F7D0A-5AEE-4CC3-845B-B3E02899FB22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82D12-55E6-4E5A-9098-BAFE6C5D79A8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provides different methods for admin while ensuring proper validation and business logic.</a:t>
          </a:r>
        </a:p>
      </dsp:txBody>
      <dsp:txXfrm>
        <a:off x="1529865" y="1656264"/>
        <a:ext cx="4383571" cy="1324558"/>
      </dsp:txXfrm>
    </dsp:sp>
    <dsp:sp modelId="{0B61D177-9E1C-4F22-96DD-638D6F50B250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10A4C-CEB4-4A64-87D7-E76610050749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B27DE-C169-4AE0-987A-F55C050850E4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connects with the Notification Module through feign client to get the information about the customer who used the booking service. inventory-related notifications, such as low stock alerts, item restocking updates, and inventory change confirmations.</a:t>
          </a:r>
        </a:p>
      </dsp:txBody>
      <dsp:txXfrm>
        <a:off x="1529865" y="3311963"/>
        <a:ext cx="4383571" cy="1324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1E30F-37A9-4933-B4D6-245416BEE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01" y="1474969"/>
            <a:ext cx="2823919" cy="1868760"/>
          </a:xfrm>
        </p:spPr>
        <p:txBody>
          <a:bodyPr>
            <a:normAutofit/>
          </a:bodyPr>
          <a:lstStyle/>
          <a:p>
            <a:r>
              <a:rPr lang="en-US" sz="2800"/>
              <a:t>Hotel management system</a:t>
            </a:r>
            <a:endParaRPr lang="en-IN" sz="2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2D138-C4A0-006D-A7C2-23EDC2114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4766185" y="6463068"/>
            <a:ext cx="2823919" cy="45719"/>
          </a:xfrm>
        </p:spPr>
        <p:txBody>
          <a:bodyPr>
            <a:normAutofit fontScale="25000" lnSpcReduction="20000"/>
          </a:bodyPr>
          <a:lstStyle/>
          <a:p>
            <a:endParaRPr lang="en-IN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person and person standing next to a computer">
            <a:extLst>
              <a:ext uri="{FF2B5EF4-FFF2-40B4-BE49-F238E27FC236}">
                <a16:creationId xmlns:a16="http://schemas.microsoft.com/office/drawing/2014/main" id="{5DF2D566-A85D-EF7D-6EE8-D0EE22AD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9" r="-2" b="2876"/>
          <a:stretch/>
        </p:blipFill>
        <p:spPr>
          <a:xfrm>
            <a:off x="4618374" y="1116345"/>
            <a:ext cx="6282919" cy="38661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8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EAB3B-61FD-E1A4-BFB0-FA808A2C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E66C8-D924-556B-A45E-3F1F63C9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Services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6260B9D-F968-AC22-4C81-E85493C0A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952037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666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04E45-B650-DA86-170C-47892907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INVENTORY Module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42891AE-7D4B-C1C1-2F0B-13B46E57D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74071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777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49F2A-9477-8874-0DD5-7C1ECEF5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ENTITY RELATION DIAGRAM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diagram of a diagram&#10;&#10;AI-generated content may be incorrect.">
            <a:extLst>
              <a:ext uri="{FF2B5EF4-FFF2-40B4-BE49-F238E27FC236}">
                <a16:creationId xmlns:a16="http://schemas.microsoft.com/office/drawing/2014/main" id="{E5192B00-3C83-94FF-AC09-B32E31E0E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4411" y="1002974"/>
            <a:ext cx="4960442" cy="426597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9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940E8-83C9-99F5-21AB-674AC64F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USE CASE dIAGRAM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diagram of a person with many points&#10;&#10;AI-generated content may be incorrect.">
            <a:extLst>
              <a:ext uri="{FF2B5EF4-FFF2-40B4-BE49-F238E27FC236}">
                <a16:creationId xmlns:a16="http://schemas.microsoft.com/office/drawing/2014/main" id="{28F1C24C-CB86-32AD-68F7-B2A85AE3D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27387" y="1247132"/>
            <a:ext cx="3808179" cy="386617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41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56412368-7E6B-4064-B6FA-72DF6DA0C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014FE20-9BCC-4219-A8AD-B1C110BD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F7675-B676-9ABF-0DE8-383D85A4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7" y="976508"/>
            <a:ext cx="5525305" cy="236722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5400"/>
              <a:t>CLASS DIAGRAM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661C966-C6C8-4667-903D-E68521C35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8" y="3528543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6439133-030D-427C-AADE-2B48B199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C11378B-6628-411A-9A79-CF10232D7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8E6BF6A-26B8-45E6-887E-FE78A7984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2388B0B-738B-4313-8674-79D97E74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1624" y="977965"/>
            <a:ext cx="3119444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B52409-78C5-6E00-AF64-CAA6640F2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913" y="1116345"/>
            <a:ext cx="2426023" cy="3866172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6DF84359-5DD6-461B-9519-90AA2F46C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90BC892-CE86-41EE-8A3B-2178D5170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8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noFill/>
          <a:ln>
            <a:solidFill>
              <a:srgbClr val="4545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29A45-59F1-2011-FB4D-20D55A3F67F0}"/>
              </a:ext>
            </a:extLst>
          </p:cNvPr>
          <p:cNvSpPr txBox="1"/>
          <p:nvPr/>
        </p:nvSpPr>
        <p:spPr>
          <a:xfrm>
            <a:off x="1451579" y="2464991"/>
            <a:ext cx="9405891" cy="24035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THANK YOU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033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e6549b-518c-4bec-b373-9ba3d282f5f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209116D0DCF148901581727697014A" ma:contentTypeVersion="9" ma:contentTypeDescription="Create a new document." ma:contentTypeScope="" ma:versionID="4dd972bb9df866bdabd95d3c498d83ee">
  <xsd:schema xmlns:xsd="http://www.w3.org/2001/XMLSchema" xmlns:xs="http://www.w3.org/2001/XMLSchema" xmlns:p="http://schemas.microsoft.com/office/2006/metadata/properties" xmlns:ns3="f5e6549b-518c-4bec-b373-9ba3d282f5fe" targetNamespace="http://schemas.microsoft.com/office/2006/metadata/properties" ma:root="true" ma:fieldsID="b30909b3f9f27f5bd846a236c6332069" ns3:_="">
    <xsd:import namespace="f5e6549b-518c-4bec-b373-9ba3d282f5f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e6549b-518c-4bec-b373-9ba3d282f5f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B118CB-B8C7-4012-B579-6ACAAC196472}">
  <ds:schemaRefs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f5e6549b-518c-4bec-b373-9ba3d282f5fe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906701-8885-4D7F-98B3-2BB8C67311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AB3716-6B82-4127-9BCC-DBC2D1D9D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e6549b-518c-4bec-b373-9ba3d282f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4661</TotalTime>
  <Words>109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Hotel management system</vt:lpstr>
      <vt:lpstr>Services</vt:lpstr>
      <vt:lpstr>INVENTORY Module</vt:lpstr>
      <vt:lpstr>ENTITY RELATION DIAGRAM</vt:lpstr>
      <vt:lpstr>USE CASE dIAGRAM</vt:lpstr>
      <vt:lpstr>CLASS DIAGRAM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LAKSHMIPRASANNA, SRIPERAMBUDUR</dc:creator>
  <cp:lastModifiedBy>Joshi, Yogeshwari Balaji</cp:lastModifiedBy>
  <cp:revision>9</cp:revision>
  <dcterms:created xsi:type="dcterms:W3CDTF">2025-03-27T16:09:40Z</dcterms:created>
  <dcterms:modified xsi:type="dcterms:W3CDTF">2025-04-19T05:46:15Z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0x0101005B209116D0DCF148901581727697014A</vt:lpwstr>
  </property>
</Properties>
</file>